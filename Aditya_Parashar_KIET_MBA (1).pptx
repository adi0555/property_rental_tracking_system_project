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17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-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9585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583680" y="822960"/>
            <a:ext cx="1645920" cy="1645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89520" y="2194560"/>
            <a:ext cx="1097280" cy="109728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412480" y="182880"/>
            <a:ext cx="548640" cy="54864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502920"/>
            <a:ext cx="18288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8" name="Text 5"/>
          <p:cNvSpPr/>
          <p:nvPr/>
        </p:nvSpPr>
        <p:spPr>
          <a:xfrm>
            <a:off x="502920" y="5349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PRODUCT BRIEF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1" y="1073709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</a:rPr>
              <a:t>Payment Tracking 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502920" y="235000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Property Payment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System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02920" y="3337560"/>
            <a:ext cx="2286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349300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endParaRPr lang="en-US" sz="13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502920" y="4343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4+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02920" y="47274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tracked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194560" y="4343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360°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194560" y="47274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&amp; ops view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886200" y="4343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886200" y="47274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reports</a:t>
            </a:r>
            <a:endParaRPr lang="en-US" sz="1000" dirty="0"/>
          </a:p>
        </p:txBody>
      </p:sp>
      <p:sp>
        <p:nvSpPr>
          <p:cNvPr id="19" name="Chord 18">
            <a:extLst>
              <a:ext uri="{FF2B5EF4-FFF2-40B4-BE49-F238E27FC236}">
                <a16:creationId xmlns:a16="http://schemas.microsoft.com/office/drawing/2014/main" id="{C63570A3-A2B3-E752-AFBE-1D399641A4AB}"/>
              </a:ext>
            </a:extLst>
          </p:cNvPr>
          <p:cNvSpPr/>
          <p:nvPr/>
        </p:nvSpPr>
        <p:spPr>
          <a:xfrm rot="20940549">
            <a:off x="5319962" y="1062686"/>
            <a:ext cx="633046" cy="629529"/>
          </a:xfrm>
          <a:prstGeom prst="chord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hord 19">
            <a:extLst>
              <a:ext uri="{FF2B5EF4-FFF2-40B4-BE49-F238E27FC236}">
                <a16:creationId xmlns:a16="http://schemas.microsoft.com/office/drawing/2014/main" id="{169C5D3C-ED08-4F09-3CCE-5CCCAA436A24}"/>
              </a:ext>
            </a:extLst>
          </p:cNvPr>
          <p:cNvSpPr/>
          <p:nvPr/>
        </p:nvSpPr>
        <p:spPr>
          <a:xfrm rot="6828808">
            <a:off x="4895614" y="1472138"/>
            <a:ext cx="727016" cy="677191"/>
          </a:xfrm>
          <a:prstGeom prst="chord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E063FA-5614-EB87-00B6-E13FA333320A}"/>
              </a:ext>
            </a:extLst>
          </p:cNvPr>
          <p:cNvSpPr txBox="1"/>
          <p:nvPr/>
        </p:nvSpPr>
        <p:spPr>
          <a:xfrm>
            <a:off x="6454140" y="4774168"/>
            <a:ext cx="23774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Aditya Parashar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5EEAD4"/>
                </a:solidFill>
              </a:rPr>
              <a:t>PAIN POINTS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83464" y="80889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E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property owners</a:t>
            </a:r>
            <a:endParaRPr lang="en-US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E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struggle today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02104" y="18745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multiple rental properties means juggling scattered data, late payments, and operational blind spots.</a:t>
            </a:r>
            <a:endParaRPr lang="en-US" sz="1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364150" y="845820"/>
            <a:ext cx="22402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50434" y="845820"/>
            <a:ext cx="54864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708" y="944997"/>
            <a:ext cx="256032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818888" y="89611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cash flow visibility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818888" y="1170432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can't easily see net income after tax, repairs &amp; management fees.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720840" y="822960"/>
            <a:ext cx="22402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720840" y="822960"/>
            <a:ext cx="54864" cy="1051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932688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96328" y="89611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rent &amp; late alerts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96328" y="1170432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proactive reminders for overdue rent or upcoming payment deadlines.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343400" y="2103120"/>
            <a:ext cx="22402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343400" y="2103120"/>
            <a:ext cx="54864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2212848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18888" y="217627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lease records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818888" y="2450592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terms, renewal dates, and tenant details live in emails or paper files.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720840" y="2103120"/>
            <a:ext cx="22402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720840" y="2103120"/>
            <a:ext cx="54864" cy="1051560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2212848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196328" y="217627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chaos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196328" y="2450592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way to assign, track, or cost maintenance tasks and repairs.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4343400" y="3383280"/>
            <a:ext cx="22402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343400" y="3383280"/>
            <a:ext cx="54864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560" y="3493008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818888" y="345643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Caretaker accountability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4818888" y="3730752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delegate but have no visibility into operational task completion.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6720840" y="3383280"/>
            <a:ext cx="22402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720840" y="3383280"/>
            <a:ext cx="54864" cy="1051560"/>
          </a:xfrm>
          <a:prstGeom prst="rect">
            <a:avLst/>
          </a:prstGeom>
          <a:solidFill>
            <a:srgbClr val="00B0F0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00B0F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6858000" y="3493008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196328" y="345643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tracking gaps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7196328" y="3730752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tax, insurance, utilities go unlogged, distorting true profitability.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BF0"/>
          </a:solidFill>
          <a:ln w="12700">
            <a:solidFill>
              <a:srgbClr val="E8EB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-1"/>
            <a:ext cx="8229600" cy="6850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5EEAD4"/>
                </a:solidFill>
              </a:rPr>
              <a:t>METRICS &amp; DATA MODEL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26280" y="777240"/>
            <a:ext cx="45720" cy="4160520"/>
          </a:xfrm>
          <a:prstGeom prst="rect">
            <a:avLst/>
          </a:prstGeom>
          <a:solidFill>
            <a:srgbClr val="E8EBF0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E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Performance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E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Indicators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16459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15727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KPIs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86537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Cash Flow per Property (monthly / annual)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11226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Rental Yield (%)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35915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Ratio (costs ÷ income)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60604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Collection Rate (% on-time)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85292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Vacancy Loss (₹ missed per month)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209544"/>
            <a:ext cx="16459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32095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KPIs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50215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Rate (%)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Days to Fill Vacancy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99592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Maintenance Tasks (count)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424281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Renewal Hit Rate (%)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448970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Caretaker Task Completion Rate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0" y="713232"/>
            <a:ext cx="4206240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E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Fields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1E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Captured by System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754880" y="1278841"/>
            <a:ext cx="128016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220021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44794" y="1423475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Address, type, unit count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37760" y="1576549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Expected rent &amp; lease frequency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1960069"/>
            <a:ext cx="128016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192287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&amp; Lease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10328" y="21166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Name, contact, lease dates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10328" y="2293561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Rent amount, security deposit, payment mode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5583" y="2606040"/>
            <a:ext cx="128016" cy="548640"/>
          </a:xfrm>
          <a:prstGeom prst="rect">
            <a:avLst/>
          </a:prstGeom>
          <a:solidFill>
            <a:srgbClr val="00B0F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545461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050" dirty="0">
              <a:solidFill>
                <a:srgbClr val="00B0F0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4910328" y="270662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Date, amount, status (paid / due / overdue)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10328" y="287121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Income type vs expense category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62617" y="3256407"/>
            <a:ext cx="128016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19811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37760" y="3409569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Tax, maintenance, repairs, staff salary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56048" y="35661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Linked to property; one-time or recurring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0" y="3914775"/>
            <a:ext cx="128016" cy="54864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44794" y="3880133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50" dirty="0">
              <a:solidFill>
                <a:srgbClr val="FFC000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4944794" y="4083587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Task name, assignee, priority, due date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956048" y="4264181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(open / in-progress / done)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62617" y="4543425"/>
            <a:ext cx="128016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45086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Caretakers / Staff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944794" y="468489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Name, role, assigned properties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944794" y="4838319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Monthly cost, contact details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65760" y="4978908"/>
            <a:ext cx="1371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5EEAD4"/>
                </a:solidFill>
              </a:rPr>
              <a:t>REPORTS &amp; DASHBOARDS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Outputs that drive decisions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48056" y="1115568"/>
            <a:ext cx="274320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8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48056" y="1115568"/>
            <a:ext cx="27432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252728"/>
            <a:ext cx="246888" cy="2468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596896" y="1234440"/>
            <a:ext cx="530352" cy="192024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96896" y="1234440"/>
            <a:ext cx="5303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9488"/>
                </a:solidFill>
              </a:rPr>
              <a:t>Financial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877824" y="1225296"/>
            <a:ext cx="16824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Cash Flow Report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57784" y="1572768"/>
            <a:ext cx="252374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minus all costs per property. Monthly &amp; annual. Flags loss-making units.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195828" y="1115568"/>
            <a:ext cx="274320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8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95828" y="1115568"/>
            <a:ext cx="2743200" cy="502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3844" y="1252728"/>
            <a:ext cx="246888" cy="24688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344668" y="1234440"/>
            <a:ext cx="530352" cy="192024"/>
          </a:xfrm>
          <a:prstGeom prst="rect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>
                <a:alpha val="45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344668" y="1234440"/>
            <a:ext cx="5303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C2626"/>
                </a:solidFill>
              </a:rPr>
              <a:t>Collections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3625596" y="1225296"/>
            <a:ext cx="16824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Collection Status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305556" y="1572768"/>
            <a:ext cx="252374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paid, who is overdue, and by how many days. Owner chase list.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943600" y="2798064"/>
            <a:ext cx="274320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8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943600" y="2798064"/>
            <a:ext cx="274320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1616" y="2935224"/>
            <a:ext cx="246888" cy="24688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8092440" y="2916936"/>
            <a:ext cx="530352" cy="192024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>
                <a:alpha val="4500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092440" y="2916936"/>
            <a:ext cx="5303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97706"/>
                </a:solidFill>
              </a:rPr>
              <a:t>Costs</a:t>
            </a:r>
            <a:endParaRPr lang="en-US" sz="750" dirty="0"/>
          </a:p>
        </p:txBody>
      </p:sp>
      <p:sp>
        <p:nvSpPr>
          <p:cNvPr id="24" name="Text 19"/>
          <p:cNvSpPr/>
          <p:nvPr/>
        </p:nvSpPr>
        <p:spPr>
          <a:xfrm>
            <a:off x="6373368" y="2907792"/>
            <a:ext cx="16824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Breakdown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6053328" y="3255264"/>
            <a:ext cx="252374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by type: tax, maintenance, staff, one-off. Compare across properties.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448056" y="2798064"/>
            <a:ext cx="274320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8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48056" y="2798064"/>
            <a:ext cx="2743200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2935224"/>
            <a:ext cx="246888" cy="246888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2596896" y="2916936"/>
            <a:ext cx="530352" cy="192024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2596896" y="2916936"/>
            <a:ext cx="5303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C3AED"/>
                </a:solidFill>
              </a:rPr>
              <a:t>Operational</a:t>
            </a:r>
            <a:endParaRPr lang="en-US" sz="750" dirty="0"/>
          </a:p>
        </p:txBody>
      </p:sp>
      <p:sp>
        <p:nvSpPr>
          <p:cNvPr id="31" name="Text 25"/>
          <p:cNvSpPr/>
          <p:nvPr/>
        </p:nvSpPr>
        <p:spPr>
          <a:xfrm>
            <a:off x="877824" y="2907792"/>
            <a:ext cx="16824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&amp; Vacancy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557784" y="3255264"/>
            <a:ext cx="252374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rate, vacancy duration, re-letting date. Revenue lost to empty units.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3195828" y="2798064"/>
            <a:ext cx="274320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8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3195828" y="2798064"/>
            <a:ext cx="2743200" cy="5029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3844" y="2935224"/>
            <a:ext cx="246888" cy="246888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5344668" y="2916936"/>
            <a:ext cx="530352" cy="192024"/>
          </a:xfrm>
          <a:prstGeom prst="rect">
            <a:avLst/>
          </a:prstGeom>
          <a:solidFill>
            <a:srgbClr val="0369A1">
              <a:alpha val="15000"/>
            </a:srgbClr>
          </a:solidFill>
          <a:ln w="12700">
            <a:solidFill>
              <a:srgbClr val="0369A1">
                <a:alpha val="45000"/>
              </a:srgbClr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5344668" y="2916936"/>
            <a:ext cx="5303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369A1"/>
                </a:solidFill>
              </a:rPr>
              <a:t>Operations</a:t>
            </a:r>
            <a:endParaRPr lang="en-US" sz="750" dirty="0"/>
          </a:p>
        </p:txBody>
      </p:sp>
      <p:sp>
        <p:nvSpPr>
          <p:cNvPr id="38" name="Text 31"/>
          <p:cNvSpPr/>
          <p:nvPr/>
        </p:nvSpPr>
        <p:spPr>
          <a:xfrm>
            <a:off x="3625596" y="2907792"/>
            <a:ext cx="16824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Log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3305556" y="3255264"/>
            <a:ext cx="252374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&amp; completed tasks, staff, time-to-resolve, and cost incurred.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5943600" y="2798064"/>
            <a:ext cx="274320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8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5943600" y="2798064"/>
            <a:ext cx="2743200" cy="502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1616" y="2935224"/>
            <a:ext cx="246888" cy="246888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8092440" y="2916936"/>
            <a:ext cx="530352" cy="192024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45000"/>
              </a:srgbClr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8092440" y="2916936"/>
            <a:ext cx="5303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59669"/>
                </a:solidFill>
              </a:rPr>
              <a:t>Insights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6373368" y="2907792"/>
            <a:ext cx="16824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Yield Summary</a:t>
            </a:r>
            <a:endParaRPr lang="en-US" sz="1050" dirty="0"/>
          </a:p>
        </p:txBody>
      </p:sp>
      <p:sp>
        <p:nvSpPr>
          <p:cNvPr id="46" name="Text 38"/>
          <p:cNvSpPr/>
          <p:nvPr/>
        </p:nvSpPr>
        <p:spPr>
          <a:xfrm>
            <a:off x="6053328" y="3255264"/>
            <a:ext cx="252374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&amp; net yield %, IRR estimate, year-on-year trend per property.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5EEAD4"/>
                </a:solidFill>
              </a:rPr>
              <a:t>DIFFERENTIATION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Rental Property Payment stands apart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are either full property ERPs or simple rent reminders . Our App hits the middle — structured, lightweight, actionable.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1906524"/>
            <a:ext cx="2743200" cy="347472"/>
          </a:xfrm>
          <a:prstGeom prst="rect">
            <a:avLst/>
          </a:prstGeom>
          <a:solidFill>
            <a:srgbClr val="1E2B4A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659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EEAD4"/>
                </a:solidFill>
              </a:rPr>
              <a:t>Feature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965960"/>
            <a:ext cx="1828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1" name="Text 9"/>
          <p:cNvSpPr/>
          <p:nvPr/>
        </p:nvSpPr>
        <p:spPr>
          <a:xfrm>
            <a:off x="3200400" y="19659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Our App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0" y="1965960"/>
            <a:ext cx="1828800" cy="347472"/>
          </a:xfrm>
          <a:prstGeom prst="rect">
            <a:avLst/>
          </a:prstGeom>
          <a:solidFill>
            <a:srgbClr val="4A5568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9659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Generic rent apps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0" y="1965960"/>
            <a:ext cx="1828800" cy="347472"/>
          </a:xfrm>
          <a:prstGeom prst="rect">
            <a:avLst/>
          </a:prstGeom>
          <a:solidFill>
            <a:srgbClr val="4A5568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19659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Full ERP / PMS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313432"/>
            <a:ext cx="2743200" cy="338328"/>
          </a:xfrm>
          <a:prstGeom prst="rect">
            <a:avLst/>
          </a:prstGeom>
          <a:solidFill>
            <a:srgbClr val="17203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13432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DE68A"/>
                </a:solidFill>
              </a:rPr>
              <a:t>Cash flow per property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2313432"/>
            <a:ext cx="1828800" cy="338328"/>
          </a:xfrm>
          <a:prstGeom prst="rect">
            <a:avLst/>
          </a:prstGeom>
          <a:solidFill>
            <a:srgbClr val="1A2744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2313432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EAD4"/>
                </a:solidFill>
              </a:rPr>
              <a:t>✓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0" y="2313432"/>
            <a:ext cx="1828800" cy="338328"/>
          </a:xfrm>
          <a:prstGeom prst="rect">
            <a:avLst/>
          </a:prstGeom>
          <a:solidFill>
            <a:srgbClr val="1A2744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313432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DE68A"/>
                </a:solidFill>
              </a:rPr>
              <a:t>Partial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0" y="2313432"/>
            <a:ext cx="1828800" cy="338328"/>
          </a:xfrm>
          <a:prstGeom prst="rect">
            <a:avLst/>
          </a:prstGeom>
          <a:solidFill>
            <a:srgbClr val="1A2744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2313432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E7B7"/>
                </a:solidFill>
              </a:rPr>
              <a:t>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2651760"/>
            <a:ext cx="2743200" cy="338328"/>
          </a:xfrm>
          <a:prstGeom prst="rect">
            <a:avLst/>
          </a:prstGeom>
          <a:solidFill>
            <a:srgbClr val="17203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651760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DE68A"/>
                </a:solidFill>
              </a:rPr>
              <a:t>Operational task tracking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2651760"/>
            <a:ext cx="1828800" cy="338328"/>
          </a:xfrm>
          <a:prstGeom prst="rect">
            <a:avLst/>
          </a:prstGeom>
          <a:solidFill>
            <a:srgbClr val="1E2B4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265176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EAD4"/>
                </a:solidFill>
              </a:rPr>
              <a:t>✓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0" y="2651760"/>
            <a:ext cx="1828800" cy="338328"/>
          </a:xfrm>
          <a:prstGeom prst="rect">
            <a:avLst/>
          </a:prstGeom>
          <a:solidFill>
            <a:srgbClr val="1E2B4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265176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</a:rPr>
              <a:t>✗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858000" y="2651760"/>
            <a:ext cx="1828800" cy="338328"/>
          </a:xfrm>
          <a:prstGeom prst="rect">
            <a:avLst/>
          </a:prstGeom>
          <a:solidFill>
            <a:srgbClr val="1E2B4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0" y="265176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E7B7"/>
                </a:solidFill>
              </a:rPr>
              <a:t>✓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2990088"/>
            <a:ext cx="2743200" cy="338328"/>
          </a:xfrm>
          <a:prstGeom prst="rect">
            <a:avLst/>
          </a:prstGeom>
          <a:solidFill>
            <a:srgbClr val="17203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2990088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DE68A"/>
                </a:solidFill>
              </a:rPr>
              <a:t>Lease &amp; renewal alerts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0" y="2990088"/>
            <a:ext cx="1828800" cy="338328"/>
          </a:xfrm>
          <a:prstGeom prst="rect">
            <a:avLst/>
          </a:prstGeom>
          <a:solidFill>
            <a:srgbClr val="1A2744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0" y="2990088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EAD4"/>
                </a:solidFill>
              </a:rPr>
              <a:t>✓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029200" y="2990088"/>
            <a:ext cx="1828800" cy="338328"/>
          </a:xfrm>
          <a:prstGeom prst="rect">
            <a:avLst/>
          </a:prstGeom>
          <a:solidFill>
            <a:srgbClr val="1A2744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2990088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E7B7"/>
                </a:solidFill>
              </a:rPr>
              <a:t>✓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858000" y="2990088"/>
            <a:ext cx="1828800" cy="338328"/>
          </a:xfrm>
          <a:prstGeom prst="rect">
            <a:avLst/>
          </a:prstGeom>
          <a:solidFill>
            <a:srgbClr val="1A2744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0" y="2990088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E7B7"/>
                </a:solidFill>
              </a:rPr>
              <a:t>✓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57200" y="3328416"/>
            <a:ext cx="2743200" cy="338328"/>
          </a:xfrm>
          <a:prstGeom prst="rect">
            <a:avLst/>
          </a:prstGeom>
          <a:solidFill>
            <a:srgbClr val="17203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328416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DE68A"/>
                </a:solidFill>
              </a:rPr>
              <a:t>Caretaker management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0" y="3328416"/>
            <a:ext cx="1828800" cy="338328"/>
          </a:xfrm>
          <a:prstGeom prst="rect">
            <a:avLst/>
          </a:prstGeom>
          <a:solidFill>
            <a:srgbClr val="1E2B4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0" y="3328416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EAD4"/>
                </a:solidFill>
              </a:rPr>
              <a:t>✓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029200" y="3328416"/>
            <a:ext cx="1828800" cy="338328"/>
          </a:xfrm>
          <a:prstGeom prst="rect">
            <a:avLst/>
          </a:prstGeom>
          <a:solidFill>
            <a:srgbClr val="1E2B4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0" y="3328416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</a:rPr>
              <a:t>✗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858000" y="3328416"/>
            <a:ext cx="1828800" cy="338328"/>
          </a:xfrm>
          <a:prstGeom prst="rect">
            <a:avLst/>
          </a:prstGeom>
          <a:solidFill>
            <a:srgbClr val="1E2B4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0" y="3328416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E7B7"/>
                </a:solidFill>
              </a:rPr>
              <a:t>✓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57200" y="3666744"/>
            <a:ext cx="2743200" cy="338328"/>
          </a:xfrm>
          <a:prstGeom prst="rect">
            <a:avLst/>
          </a:prstGeom>
          <a:solidFill>
            <a:srgbClr val="17203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3666744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DE68A"/>
                </a:solidFill>
              </a:rPr>
              <a:t>Simple onboarding (&lt; 1 hr)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00400" y="3666744"/>
            <a:ext cx="1828800" cy="338328"/>
          </a:xfrm>
          <a:prstGeom prst="rect">
            <a:avLst/>
          </a:prstGeom>
          <a:solidFill>
            <a:srgbClr val="1A2744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0" y="3666744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EAD4"/>
                </a:solidFill>
              </a:rPr>
              <a:t>✓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029200" y="3666744"/>
            <a:ext cx="1828800" cy="338328"/>
          </a:xfrm>
          <a:prstGeom prst="rect">
            <a:avLst/>
          </a:prstGeom>
          <a:solidFill>
            <a:srgbClr val="1A2744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0" y="3666744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E7B7"/>
                </a:solidFill>
              </a:rPr>
              <a:t>✓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858000" y="3666744"/>
            <a:ext cx="1828800" cy="338328"/>
          </a:xfrm>
          <a:prstGeom prst="rect">
            <a:avLst/>
          </a:prstGeom>
          <a:solidFill>
            <a:srgbClr val="1A2744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58000" y="3666744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</a:rPr>
              <a:t>✗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457200" y="4005072"/>
            <a:ext cx="2743200" cy="338328"/>
          </a:xfrm>
          <a:prstGeom prst="rect">
            <a:avLst/>
          </a:prstGeom>
          <a:solidFill>
            <a:srgbClr val="17203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4005072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DE68A"/>
                </a:solidFill>
              </a:rPr>
              <a:t>IRR / yield reporting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200400" y="4005072"/>
            <a:ext cx="1828800" cy="338328"/>
          </a:xfrm>
          <a:prstGeom prst="rect">
            <a:avLst/>
          </a:prstGeom>
          <a:solidFill>
            <a:srgbClr val="1E2B4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00400" y="4005072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EAD4"/>
                </a:solidFill>
              </a:rPr>
              <a:t>✓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5029200" y="4005072"/>
            <a:ext cx="1828800" cy="338328"/>
          </a:xfrm>
          <a:prstGeom prst="rect">
            <a:avLst/>
          </a:prstGeom>
          <a:solidFill>
            <a:srgbClr val="1E2B4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0" y="4005072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</a:rPr>
              <a:t>✗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6858000" y="4005072"/>
            <a:ext cx="1828800" cy="338328"/>
          </a:xfrm>
          <a:prstGeom prst="rect">
            <a:avLst/>
          </a:prstGeom>
          <a:solidFill>
            <a:srgbClr val="1E2B4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58000" y="4005072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E7B7"/>
                </a:solidFill>
              </a:rPr>
              <a:t>✓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457200" y="4343400"/>
            <a:ext cx="2743200" cy="338328"/>
          </a:xfrm>
          <a:prstGeom prst="rect">
            <a:avLst/>
          </a:prstGeom>
          <a:solidFill>
            <a:srgbClr val="17203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4343400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DE68A"/>
                </a:solidFill>
              </a:rPr>
              <a:t>No per-unit pricing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200400" y="4343400"/>
            <a:ext cx="1828800" cy="338328"/>
          </a:xfrm>
          <a:prstGeom prst="rect">
            <a:avLst/>
          </a:prstGeom>
          <a:solidFill>
            <a:srgbClr val="1A2744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00400" y="434340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EAD4"/>
                </a:solidFill>
              </a:rPr>
              <a:t>✓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5029200" y="4343400"/>
            <a:ext cx="1828800" cy="338328"/>
          </a:xfrm>
          <a:prstGeom prst="rect">
            <a:avLst/>
          </a:prstGeom>
          <a:solidFill>
            <a:srgbClr val="1A2744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29200" y="434340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</a:rPr>
              <a:t>✗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6858000" y="4343400"/>
            <a:ext cx="1828800" cy="338328"/>
          </a:xfrm>
          <a:prstGeom prst="rect">
            <a:avLst/>
          </a:prstGeom>
          <a:solidFill>
            <a:srgbClr val="1A2744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858000" y="434340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</a:rPr>
              <a:t>✗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551</Words>
  <Application>Microsoft Office PowerPoint</Application>
  <PresentationFormat>On-screen Show (16:9)</PresentationFormat>
  <Paragraphs>121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PropLedger — Rental Property Payment Tracking System</dc:title>
  <dc:subject>PptxGenJS Presentation</dc:subject>
  <dc:creator>PptxGenJS</dc:creator>
  <cp:lastModifiedBy>USER</cp:lastModifiedBy>
  <cp:revision>4</cp:revision>
  <dcterms:created xsi:type="dcterms:W3CDTF">2026-03-20T17:08:08Z</dcterms:created>
  <dcterms:modified xsi:type="dcterms:W3CDTF">2026-03-21T03:04:20Z</dcterms:modified>
</cp:coreProperties>
</file>